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5C842"/>
                </a:solidFill>
              </a:rPr>
              <a:t>✝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05840" y="34747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</a:rPr>
              <a:t>📖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5000" b="1" dirty="0">
                <a:solidFill>
                  <a:srgbClr val="FFFFFF"/>
                </a:solidFill>
              </a:rPr>
              <a:t>KJV Bible &amp; Lyrics</a:t>
            </a:r>
            <a:endParaRPr lang="en-US" sz="5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5000" b="1" dirty="0">
                <a:solidFill>
                  <a:srgbClr val="FFFFFF"/>
                </a:solidFill>
              </a:rPr>
              <a:t>Slide Generator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365760" y="26974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E0EE"/>
                </a:solidFill>
              </a:rPr>
              <a:t>Making church presentations simple for everyone — no tech skills needed.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8229600" cy="41148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566160"/>
            <a:ext cx="1463040" cy="292608"/>
          </a:xfrm>
          <a:prstGeom prst="rect">
            <a:avLst>
              <a:gd name="adj" fmla="val 25000"/>
            </a:avLst>
          </a:prstGeom>
          <a:solidFill>
            <a:srgbClr val="4F9C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React 19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3566160"/>
            <a:ext cx="1463040" cy="292608"/>
          </a:xfrm>
          <a:prstGeom prst="rect">
            <a:avLst>
              <a:gd name="adj" fmla="val 25000"/>
            </a:avLst>
          </a:prstGeom>
          <a:solidFill>
            <a:srgbClr val="4F9C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Vite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0" y="3566160"/>
            <a:ext cx="1463040" cy="292608"/>
          </a:xfrm>
          <a:prstGeom prst="rect">
            <a:avLst>
              <a:gd name="adj" fmla="val 25000"/>
            </a:avLst>
          </a:prstGeom>
          <a:solidFill>
            <a:srgbClr val="4F9C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PptxGenJS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4920" y="3566160"/>
            <a:ext cx="1463040" cy="292608"/>
          </a:xfrm>
          <a:prstGeom prst="rect">
            <a:avLst>
              <a:gd name="adj" fmla="val 25000"/>
            </a:avLst>
          </a:prstGeom>
          <a:solidFill>
            <a:srgbClr val="4F9C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Vercel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6A8"/>
                </a:solidFill>
              </a:rPr>
              <a:t>Developed for Christian Baptist Tabernacle  ·  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What Does This App Do?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1148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D9E0EE"/>
                </a:solidFill>
              </a:rPr>
              <a:t>Have you ever had to manually type Bible verses or song lyrics into 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D9E0EE"/>
                </a:solidFill>
              </a:rPr>
              <a:t>PowerPoint one slide at a time? That takes 30–60 minutes every Sunday.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D9E0EE"/>
                </a:solidFill>
              </a:rPr>
              <a:t>This app cuts that down to under 60 seconds.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2606040"/>
            <a:ext cx="2560320" cy="1463040"/>
          </a:xfrm>
          <a:prstGeom prst="rect">
            <a:avLst/>
          </a:prstGeom>
          <a:solidFill>
            <a:srgbClr val="162347"/>
          </a:solidFill>
          <a:ln w="12700">
            <a:solidFill>
              <a:srgbClr val="4F9CF9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26334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309067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842"/>
                </a:solidFill>
              </a:rPr>
              <a:t>&lt; 60 sec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4930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E0EE"/>
                </a:solidFill>
              </a:rPr>
              <a:t>Average time to create a full presentation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2606040"/>
            <a:ext cx="2560320" cy="1463040"/>
          </a:xfrm>
          <a:prstGeom prst="rect">
            <a:avLst/>
          </a:prstGeom>
          <a:solidFill>
            <a:srgbClr val="162347"/>
          </a:solidFill>
          <a:ln w="12700">
            <a:solidFill>
              <a:srgbClr val="4F9CF9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26334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📴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00400" y="309067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842"/>
                </a:solidFill>
              </a:rPr>
              <a:t>100% Offline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91840" y="34930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E0EE"/>
                </a:solidFill>
              </a:rPr>
              <a:t>Bible data is stored in the app — no internet needed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2606040"/>
            <a:ext cx="2560320" cy="1463040"/>
          </a:xfrm>
          <a:prstGeom prst="rect">
            <a:avLst/>
          </a:prstGeom>
          <a:solidFill>
            <a:srgbClr val="162347"/>
          </a:solidFill>
          <a:ln w="12700">
            <a:solidFill>
              <a:srgbClr val="4F9CF9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26334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🖨️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035040" y="309067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842"/>
                </a:solidFill>
              </a:rPr>
              <a:t>.pptx Export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126480" y="34930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E0EE"/>
                </a:solidFill>
              </a:rPr>
              <a:t>Download and open directly in PowerPoint or Google Slides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How Does It Work?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1148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F9CF9"/>
                </a:solidFill>
              </a:rPr>
              <a:t>It's as easy as 1–2–3!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2697480" cy="2560320"/>
          </a:xfrm>
          <a:prstGeom prst="rect">
            <a:avLst/>
          </a:prstGeom>
          <a:solidFill>
            <a:srgbClr val="162347"/>
          </a:solidFill>
          <a:ln w="12700">
            <a:solidFill>
              <a:srgbClr val="4F9CF9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34440" y="1554480"/>
            <a:ext cx="749808" cy="749808"/>
          </a:xfrm>
          <a:prstGeom prst="ellipse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55448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23317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281635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Pick a Mode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" y="32004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9E0EE"/>
                </a:solidFill>
              </a:rPr>
              <a:t>Choose Bible mode to search scripture, or Lyrics mode to paste song text. Switch between them instantly.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08960" y="1508760"/>
            <a:ext cx="2697480" cy="2560320"/>
          </a:xfrm>
          <a:prstGeom prst="rect">
            <a:avLst/>
          </a:prstGeom>
          <a:solidFill>
            <a:srgbClr val="162347"/>
          </a:solidFill>
          <a:ln w="12700">
            <a:solidFill>
              <a:srgbClr val="4F9CF9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069080" y="1554480"/>
            <a:ext cx="749808" cy="749808"/>
          </a:xfrm>
          <a:prstGeom prst="ellipse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69080" y="155448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108960" y="23317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200400" y="281635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Customize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46120" y="32004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9E0EE"/>
                </a:solidFill>
              </a:rPr>
              <a:t>Pick your background colour or image, font style, and text layout (top, center, bottom). A live preview updates as you go.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0" y="1508760"/>
            <a:ext cx="2697480" cy="2560320"/>
          </a:xfrm>
          <a:prstGeom prst="rect">
            <a:avLst/>
          </a:prstGeom>
          <a:solidFill>
            <a:srgbClr val="162347"/>
          </a:solidFill>
          <a:ln w="12700">
            <a:solidFill>
              <a:srgbClr val="4F9CF9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03720" y="1554480"/>
            <a:ext cx="749808" cy="749808"/>
          </a:xfrm>
          <a:prstGeom prst="ellipse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155448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943600" y="23317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035040" y="281635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Download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080760" y="32004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9E0EE"/>
                </a:solidFill>
              </a:rPr>
              <a:t>Click 'Download PPTX'. Your file saves to your computer instantly — ready to open in PowerPoint.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📖  Bible Mode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1148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D9E0EE"/>
                </a:solidFill>
              </a:rPr>
              <a:t>Type a scripture reference (like "John 3:16") and the app finds the verse instantly — no internet connection required.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402336" cy="402336"/>
          </a:xfrm>
          <a:prstGeom prst="ellipse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574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50976" y="205740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Fully Offline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50976" y="22677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0EE"/>
                </a:solidFill>
              </a:rPr>
              <a:t>4.5 MB Bible database stored locally in the browser.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402336" cy="402336"/>
          </a:xfrm>
          <a:prstGeom prst="ellipse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517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⌨️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50976" y="265176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Smart Search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50976" y="28620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0EE"/>
                </a:solidFill>
              </a:rPr>
              <a:t>Auto-suggests book names and chapter numbers as you type.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402336" cy="402336"/>
          </a:xfrm>
          <a:prstGeom prst="ellipse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461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🗂️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50976" y="324612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Queue Multiple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50976" y="34564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0EE"/>
                </a:solidFill>
              </a:rPr>
              <a:t>Add many verses from different books — export them all at once.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402336" cy="402336"/>
          </a:xfrm>
          <a:prstGeom prst="ellipse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8404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🔀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50976" y="384048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Layout Choices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50976" y="40507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0EE"/>
                </a:solidFill>
              </a:rPr>
              <a:t>Position text at the Top, Center, or Bottom of each slide.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1051560"/>
            <a:ext cx="3931920" cy="3246120"/>
          </a:xfrm>
          <a:prstGeom prst="rect">
            <a:avLst/>
          </a:prstGeom>
          <a:solidFill>
            <a:srgbClr val="162347"/>
          </a:solidFill>
          <a:ln w="12700">
            <a:solidFill>
              <a:srgbClr val="4F9CF9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1097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96A8"/>
                </a:solidFill>
              </a:rPr>
              <a:t>LIVE PREVIEW EXAMPLE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0" y="1417320"/>
            <a:ext cx="3566160" cy="2286000"/>
          </a:xfrm>
          <a:prstGeom prst="rect">
            <a:avLst/>
          </a:prstGeom>
          <a:solidFill>
            <a:srgbClr val="111827"/>
          </a:solidFill>
          <a:ln w="12700">
            <a:solidFill>
              <a:srgbClr val="8A96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146304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FFFFFF"/>
                </a:solidFill>
              </a:rPr>
              <a:t>"For God so loved the world, that he gave his only begotten Son, that whosoever believeth in him should not perish, but have everlasting life."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FFFFFF"/>
                </a:solidFill>
              </a:rPr>
              <a:t>John 3:16 (KJV)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3749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6A8"/>
                </a:solidFill>
              </a:rPr>
              <a:t>Reference shown automatically below verse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🎵  Song Lyrics Mode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1148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D9E0EE"/>
                </a:solidFill>
              </a:rPr>
              <a:t>Paste a whole song — labels like '[Verse 1]' or '(Chorus)' are removed automatically. The app splits the lyrics into clean, readable slides.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3749040" cy="2286000"/>
          </a:xfrm>
          <a:prstGeom prst="rect">
            <a:avLst/>
          </a:prstGeom>
          <a:solidFill>
            <a:srgbClr val="162347"/>
          </a:solidFill>
          <a:ln w="12700">
            <a:solidFill>
              <a:srgbClr val="4F9CF9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965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96A8"/>
                </a:solidFill>
              </a:rPr>
              <a:t>📋  WHAT YOU PASTE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D9E0EE"/>
                </a:solidFill>
              </a:rPr>
              <a:t>[Verse 1]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D9E0EE"/>
                </a:solidFill>
              </a:rPr>
              <a:t>Amazing grace how sweet the sound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D9E0EE"/>
                </a:solidFill>
              </a:rPr>
              <a:t>That saved a wretch like me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D9E0EE"/>
                </a:solidFill>
              </a:rPr>
              <a:t>[Chorus]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D9E0EE"/>
                </a:solidFill>
              </a:rPr>
              <a:t>I once was lost but now am found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06240" y="27432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F9CF9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937760" y="1920240"/>
            <a:ext cx="3749040" cy="2286000"/>
          </a:xfrm>
          <a:prstGeom prst="rect">
            <a:avLst/>
          </a:prstGeom>
          <a:solidFill>
            <a:srgbClr val="162347"/>
          </a:solidFill>
          <a:ln w="12700">
            <a:solidFill>
              <a:srgbClr val="4F9CF9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965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9CF9"/>
                </a:solidFill>
              </a:rPr>
              <a:t>✅  WHAT YOU GET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20640" y="233172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Slide 1: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Amazing grace how sweet the sound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That saved a wretch like me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Slide 2: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I once was lost but now am found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C842"/>
                </a:solidFill>
              </a:rPr>
              <a:t>📏  Choose 2 lines per slide (Standard) or 4 lines (Compact) — text always auto-scales to fit!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🎨  Customization Options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1148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234440"/>
            <a:ext cx="2606040" cy="1417320"/>
          </a:xfrm>
          <a:prstGeom prst="rect">
            <a:avLst/>
          </a:prstGeom>
          <a:solidFill>
            <a:srgbClr val="162347"/>
          </a:solidFill>
          <a:ln w="12700">
            <a:solidFill>
              <a:srgbClr val="4F9CF9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075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🖼️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Background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9E0EE"/>
                </a:solidFill>
              </a:rPr>
              <a:t>Solid colour or upload your own image. Changes apply to every slide instantly.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1234440"/>
            <a:ext cx="2606040" cy="1417320"/>
          </a:xfrm>
          <a:prstGeom prst="rect">
            <a:avLst/>
          </a:prstGeom>
          <a:solidFill>
            <a:srgbClr val="162347"/>
          </a:solidFill>
          <a:ln w="12700">
            <a:solidFill>
              <a:srgbClr val="4F9CF9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3075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🔤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91840" y="17373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Fonts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20116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9E0EE"/>
                </a:solidFill>
              </a:rPr>
              <a:t>Pick from premium typefaces: Inter, Montserrat, or Playfair Display.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1234440"/>
            <a:ext cx="2606040" cy="1417320"/>
          </a:xfrm>
          <a:prstGeom prst="rect">
            <a:avLst/>
          </a:prstGeom>
          <a:solidFill>
            <a:srgbClr val="162347"/>
          </a:solidFill>
          <a:ln w="12700">
            <a:solidFill>
              <a:srgbClr val="4F9CF9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3075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📐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126480" y="17373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Layout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20116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9E0EE"/>
                </a:solidFill>
              </a:rPr>
              <a:t>Position text at the Top, Centre, Bottom, or Left of the slide.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2606040" cy="1417320"/>
          </a:xfrm>
          <a:prstGeom prst="rect">
            <a:avLst/>
          </a:prstGeom>
          <a:solidFill>
            <a:srgbClr val="162347"/>
          </a:solidFill>
          <a:ln w="12700">
            <a:solidFill>
              <a:srgbClr val="4F9CF9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9077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🌗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7200" y="33375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Contrast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6118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9E0EE"/>
                </a:solidFill>
              </a:rPr>
              <a:t>Dark mode by default for projector clarity. Easy to switch to a bright theme.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2834640"/>
            <a:ext cx="2606040" cy="1417320"/>
          </a:xfrm>
          <a:prstGeom prst="rect">
            <a:avLst/>
          </a:prstGeom>
          <a:solidFill>
            <a:srgbClr val="162347"/>
          </a:solidFill>
          <a:ln w="12700">
            <a:solidFill>
              <a:srgbClr val="4F9CF9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29077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🔭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291840" y="33375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Preview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36118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9E0EE"/>
                </a:solidFill>
              </a:rPr>
              <a:t>Every change shows up live — no guessing what the final slide will look like.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35040" y="2834640"/>
            <a:ext cx="2606040" cy="1417320"/>
          </a:xfrm>
          <a:prstGeom prst="rect">
            <a:avLst/>
          </a:prstGeom>
          <a:solidFill>
            <a:srgbClr val="162347"/>
          </a:solidFill>
          <a:ln w="12700">
            <a:solidFill>
              <a:srgbClr val="4F9CF9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35040" y="29077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📤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126480" y="33375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Export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36118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9E0EE"/>
                </a:solidFill>
              </a:rPr>
              <a:t>One click downloads a proper .pptx file you can open on any computer.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🛠️  Under the Hood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1148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6A8"/>
                </a:solidFill>
              </a:rPr>
              <a:t>(For the curious — don't worry if these terms are unfamiliar!)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45336"/>
            <a:ext cx="1463040" cy="292608"/>
          </a:xfrm>
          <a:prstGeom prst="rect">
            <a:avLst>
              <a:gd name="adj" fmla="val 25000"/>
            </a:avLst>
          </a:prstGeom>
          <a:solidFill>
            <a:srgbClr val="4F9C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React 19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011680" y="15087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6A8"/>
                </a:solidFill>
              </a:rPr>
              <a:t>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377440" y="15087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0EE"/>
                </a:solidFill>
              </a:rPr>
              <a:t>The framework that powers the interactive user interface — like the engine of a car.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75688"/>
            <a:ext cx="8229600" cy="0"/>
          </a:xfrm>
          <a:prstGeom prst="line">
            <a:avLst/>
          </a:prstGeom>
          <a:noFill/>
          <a:ln w="12700">
            <a:solidFill>
              <a:srgbClr val="1623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39696"/>
            <a:ext cx="1463040" cy="292608"/>
          </a:xfrm>
          <a:prstGeom prst="rect">
            <a:avLst>
              <a:gd name="adj" fmla="val 25000"/>
            </a:avLst>
          </a:prstGeom>
          <a:solidFill>
            <a:srgbClr val="4F9C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Vite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0" y="21031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6A8"/>
                </a:solidFill>
              </a:rPr>
              <a:t>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377440" y="210312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0EE"/>
                </a:solidFill>
              </a:rPr>
              <a:t>A super-fast build tool that makes the app load almost instantly in the browser.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670048"/>
            <a:ext cx="8229600" cy="0"/>
          </a:xfrm>
          <a:prstGeom prst="line">
            <a:avLst/>
          </a:prstGeom>
          <a:noFill/>
          <a:ln w="12700">
            <a:solidFill>
              <a:srgbClr val="1623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34056"/>
            <a:ext cx="1463040" cy="292608"/>
          </a:xfrm>
          <a:prstGeom prst="rect">
            <a:avLst>
              <a:gd name="adj" fmla="val 25000"/>
            </a:avLst>
          </a:prstGeom>
          <a:solidFill>
            <a:srgbClr val="4F9C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Tailwind 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0" y="26974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6A8"/>
                </a:solidFill>
              </a:rPr>
              <a:t>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377440" y="269748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0EE"/>
                </a:solidFill>
              </a:rPr>
              <a:t>A modern design system used to style every button, card, and menu in the app beautifully.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264408"/>
            <a:ext cx="8229600" cy="0"/>
          </a:xfrm>
          <a:prstGeom prst="line">
            <a:avLst/>
          </a:prstGeom>
          <a:noFill/>
          <a:ln w="12700">
            <a:solidFill>
              <a:srgbClr val="1623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28416"/>
            <a:ext cx="1463040" cy="292608"/>
          </a:xfrm>
          <a:prstGeom prst="rect">
            <a:avLst>
              <a:gd name="adj" fmla="val 25000"/>
            </a:avLst>
          </a:prstGeom>
          <a:solidFill>
            <a:srgbClr val="4F9C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PptxGenJS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11680" y="32918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6A8"/>
                </a:solidFill>
              </a:rPr>
              <a:t>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377440" y="329184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0EE"/>
                </a:solidFill>
              </a:rPr>
              <a:t>The library that actually builds the PowerPoint file right inside your web browser.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858768"/>
            <a:ext cx="8229600" cy="0"/>
          </a:xfrm>
          <a:prstGeom prst="line">
            <a:avLst/>
          </a:prstGeom>
          <a:noFill/>
          <a:ln w="12700">
            <a:solidFill>
              <a:srgbClr val="1623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22776"/>
            <a:ext cx="1463040" cy="292608"/>
          </a:xfrm>
          <a:prstGeom prst="rect">
            <a:avLst>
              <a:gd name="adj" fmla="val 25000"/>
            </a:avLst>
          </a:prstGeom>
          <a:solidFill>
            <a:srgbClr val="4F9C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Vercel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011680" y="38862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6A8"/>
                </a:solidFill>
              </a:rPr>
              <a:t>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377440" y="388620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0EE"/>
                </a:solidFill>
              </a:rPr>
              <a:t>The hosting service that puts the app online so anyone can access it for free via a link.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5720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F5C842"/>
                </a:solidFill>
              </a:rPr>
              <a:t>✝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0" y="1371600"/>
            <a:ext cx="1219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219456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4F9CF9"/>
                </a:solidFill>
              </a:rPr>
              <a:t>Questions? Let's talk!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8229600" cy="41148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3017520"/>
            <a:ext cx="1219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E0EE"/>
                </a:solidFill>
              </a:rPr>
              <a:t>Live Demo  ·  github.com/jjacobo-00/kjv-bible-slide-generator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4206240"/>
            <a:ext cx="1219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A8"/>
                </a:solidFill>
              </a:rPr>
              <a:t>Developed for Christian Baptist Tabernacle  ·  March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572000"/>
            <a:ext cx="12192000" cy="16459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CBT KJV Bible &amp; Lyrics Generator – Project Presentation</dc:title>
  <dc:subject>PptxGenJS Presentation</dc:subject>
  <dc:creator>Jacob Jacobo</dc:creator>
  <cp:lastModifiedBy>Jacob Jacobo</cp:lastModifiedBy>
  <cp:revision>1</cp:revision>
  <dcterms:created xsi:type="dcterms:W3CDTF">2026-03-23T10:34:30Z</dcterms:created>
  <dcterms:modified xsi:type="dcterms:W3CDTF">2026-03-23T10:34:30Z</dcterms:modified>
</cp:coreProperties>
</file>